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-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4114800" cy="23180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7772400" cy="6858000"/>
          </a:xfrm>
          <a:prstGeom prst="roundRect">
            <a:avLst/>
          </a:prstGeom>
          <a:solidFill>
            <a:srgbClr val="0F0C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L'Intelligence Artificielle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3B3B3"/>
                </a:solidFill>
                <a:latin typeface="Calibri"/>
              </a:defRPr>
            </a:pPr>
            <a:r>
              <a:t>Projet Scolaire - Informatique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3B3B3"/>
                </a:solidFill>
                <a:latin typeface="Calibri"/>
              </a:defRPr>
            </a:pPr>
            <a:r>
              <a:t>Realise 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084FC"/>
                </a:solidFill>
                <a:latin typeface="Calibri"/>
              </a:defRPr>
            </a:pPr>
            <a:r>
              <a:t>Ayoub Assouar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Calibri"/>
              </a:defRPr>
            </a:pPr>
            <a:r>
              <a:t>Tronc Commun Scientifique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818CF8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Qu'est-ce que l'IA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Histoire de l'IA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Les types d'IA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788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0" y="2971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71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Comment fonctionne l'IA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Applications de l'IA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931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4114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L'IA dans la vie quotidienne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74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257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Avantages et Inconvenients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74920"/>
            <a:ext cx="5303520" cy="91440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5257800"/>
            <a:ext cx="548640" cy="54864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257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3B3B3"/>
                </a:solidFill>
                <a:latin typeface="Calibri"/>
              </a:defRPr>
            </a:pPr>
            <a:r>
              <a:t>L'avenir de l'IA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Qu'est-ce que l'Intelligence Artificielle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B3B3B3"/>
                </a:solidFill>
                <a:latin typeface="Calibri"/>
              </a:defRPr>
            </a:pPr>
            <a:r>
              <a:t>L'intelligence artificielle (IA) est une branche de l'informatique qui vise a creer des systemes capables d'effectuer des taches qui necessitent normalement l'intelligence humaine.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0">
                <a:solidFill>
                  <a:srgbClr val="B3B3B3"/>
                </a:solidFill>
                <a:latin typeface="Calibri"/>
              </a:defRPr>
            </a:pPr>
            <a:r>
              <a:t>Ces taches incluent 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  *  La reconnaissance vocale et d'images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  *  La prise de decision autonome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  *  La traduction de langues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  *  La perception visuelle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  *  L'apprentissage a partir de donnees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B3B3B3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C084FC"/>
                </a:solidFill>
                <a:latin typeface="Calibri"/>
              </a:defRPr>
            </a:pPr>
            <a:r>
              <a:t>Le terme "Intelligence Artificielle" a ete invente par John McCarthy en 1956.</a:t>
            </a:r>
          </a:p>
        </p:txBody>
      </p:sp>
      <p:pic>
        <p:nvPicPr>
          <p:cNvPr id="6" name="Picture 5" descr="ai-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L'Histoire de l'Intelligence Artificielle</a:t>
            </a:r>
          </a:p>
        </p:txBody>
      </p:sp>
      <p:pic>
        <p:nvPicPr>
          <p:cNvPr id="5" name="Picture 4" descr="ai-che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657600" cy="2438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371600" y="1737360"/>
            <a:ext cx="54864" cy="475488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1737360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1950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19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Alan Turing propose le 'Test de Turing'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2414016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39572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1956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95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Conference de Dartmouth : naissance de l'IA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090672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07238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1966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0723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ELIZA, le premier chatbot (MIT)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3767328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749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1997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Deep Blue bat Garry Kasparov aux echecs</a:t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4443984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4256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2011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4256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IBM Watson gagne a Jeopardy!</a:t>
            </a:r>
          </a:p>
        </p:txBody>
      </p:sp>
      <p:sp>
        <p:nvSpPr>
          <p:cNvPr id="22" name="Oval 21"/>
          <p:cNvSpPr/>
          <p:nvPr/>
        </p:nvSpPr>
        <p:spPr>
          <a:xfrm>
            <a:off x="1234440" y="5120640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5102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1023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AlphaGo bat le champion mondial de Go</a:t>
            </a:r>
          </a:p>
        </p:txBody>
      </p:sp>
      <p:sp>
        <p:nvSpPr>
          <p:cNvPr id="25" name="Oval 24"/>
          <p:cNvSpPr/>
          <p:nvPr/>
        </p:nvSpPr>
        <p:spPr>
          <a:xfrm>
            <a:off x="1234440" y="5797296"/>
            <a:ext cx="320040" cy="3200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57790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84FC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79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3B3B3"/>
                </a:solidFill>
                <a:latin typeface="Calibri"/>
              </a:defRPr>
            </a:pPr>
            <a:r>
              <a:t>ChatGPT revolutionne l'IA generative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Les Types d'Intelligence Artificielle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66160" cy="4572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IA Faible (Narrow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Concue pour UNE tache specifique.</a:t>
            </a:r>
            <a:br/>
            <a:br/>
            <a:r>
              <a:t>Exemples concrets :</a:t>
            </a:r>
            <a:br/>
            <a:r>
              <a:t>* Siri et Alexa</a:t>
            </a:r>
            <a:br/>
            <a:r>
              <a:t>* Filtres spam Gmail</a:t>
            </a:r>
            <a:br/>
            <a:r>
              <a:t>* Recommandations Netflix</a:t>
            </a:r>
            <a:br/>
            <a:r>
              <a:t>* Google Translate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Le type le plus courant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4572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1031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IA Forte (General AI)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Pourrait comprendre et apprendre N'IMPORTE quelle tache comme un humain.</a:t>
            </a:r>
            <a:br/>
            <a:br/>
            <a:r>
              <a:t>Exemples hypothetiques :</a:t>
            </a:r>
            <a:br/>
            <a:r>
              <a:t>* Robot qui apprend tout seul</a:t>
            </a:r>
            <a:br/>
            <a:r>
              <a:t>* IA qui ressent des emotions</a:t>
            </a:r>
            <a:br/>
            <a:br/>
            <a:r>
              <a:t>N'existe PAS encore.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084FC"/>
                </a:solidFill>
                <a:latin typeface="Calibri"/>
              </a:defRPr>
            </a:pPr>
            <a:r>
              <a:t>En cours de recherche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28800"/>
            <a:ext cx="3566160" cy="4572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2103120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Super IA (Super 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Depasserait l'intelligence humaine dans TOUS les domaines.</a:t>
            </a:r>
            <a:br/>
            <a:br/>
            <a:r>
              <a:t>Concept theorique qui souleve des questions ethiques majeures.</a:t>
            </a:r>
            <a:br/>
            <a:br/>
            <a:r>
              <a:t>Estimation : 2050-2100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943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alibri"/>
              </a:defRPr>
            </a:pPr>
            <a:r>
              <a:t>Concept theorique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Comment Fonctionne l'IA ?</a:t>
            </a:r>
          </a:p>
        </p:txBody>
      </p:sp>
      <p:pic>
        <p:nvPicPr>
          <p:cNvPr id="5" name="Picture 4" descr="ai-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5029200" cy="28247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28800"/>
            <a:ext cx="5943600" cy="105156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84FC"/>
                </a:solidFill>
                <a:latin typeface="Calibri"/>
              </a:defRPr>
            </a:pPr>
            <a:r>
              <a:t>1. Les Donnees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L'IA a besoin de GRANDES quantites de donnees pour apprendre.</a:t>
            </a:r>
            <a:br/>
            <a:r>
              <a:t>Exemple : Des millions de photos de chats pour apprendre a reconnaitre un chat.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5943600" cy="105156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84FC"/>
                </a:solidFill>
                <a:latin typeface="Calibri"/>
              </a:defRPr>
            </a:pPr>
            <a:r>
              <a:t>2. Les Algorithmes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Des regles mathematiques analysent les donnees.</a:t>
            </a:r>
            <a:br/>
            <a:r>
              <a:t>Exemple : Un algorithme de tri qui classe les emails en spam ou non-spam.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943600" cy="105156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84FC"/>
                </a:solidFill>
                <a:latin typeface="Calibri"/>
              </a:defRPr>
            </a:pPr>
            <a:r>
              <a:t>3.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L'IA s'ameliore en s'entrainant. Elle apprend de ses erreurs.</a:t>
            </a:r>
            <a:br/>
            <a:r>
              <a:t>Exemple : YouTube apprend vos gouts en analysant ce que vous regardez.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5943600" cy="105156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C084FC"/>
                </a:solidFill>
                <a:latin typeface="Calibri"/>
              </a:defRPr>
            </a:pPr>
            <a:r>
              <a:t>4. Reseaux de Neurones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Inspires du cerveau humain, avec des couches de neurones artificiels.</a:t>
            </a:r>
            <a:br/>
            <a:r>
              <a:t>Exemple : La reconnaissance faciale de votre telephone.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Les Applications de l'IA</a:t>
            </a:r>
          </a:p>
        </p:txBody>
      </p:sp>
      <p:pic>
        <p:nvPicPr>
          <p:cNvPr id="5" name="Picture 4" descr="ai-medi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23180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82880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Medecine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Diagnostic par IA, analyse de radiographies, robots chirurgicaux (Da Vinci)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432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Tesla Autopilot, Google Waymo, GPS intelligents, Uber/Lyft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356616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ChatGPT pour les devoirs, Duolingo, Khan Academy, correction auto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34340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Jeux 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PNJ intelligents dans GTA/FIFA, generation de mondes (Minecraft IA)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512064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029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Finance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074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Detection de fraude bancaire, trading automatique, chatbots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715000"/>
            <a:ext cx="685800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897880"/>
            <a:ext cx="292608" cy="292608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Environnement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852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Prevision meteo, detection incendies, agriculture par drones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L'IA dans Notre Vie Quotidienne</a:t>
            </a:r>
          </a:p>
        </p:txBody>
      </p:sp>
      <p:pic>
        <p:nvPicPr>
          <p:cNvPr id="5" name="Picture 4" descr="ai-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828800"/>
            <a:ext cx="3657600" cy="2438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82880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2996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385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Assistants vocaux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659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Siri, Google Assistant, Alexa - posez une question, l'IA repond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80720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7157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Reseaux sociaux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TikTok, Instagram, YouTube - l'IA choisit votre contenu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58444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930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520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Netflix, Spotify - recommandations personnalisees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6052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436168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270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Photo/Video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2976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Mode portrait, filtres Snapchat, retouche automatique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13892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0474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Traduction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Google Translate - 100+ langues en temps reel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15000"/>
            <a:ext cx="7132320" cy="658368"/>
          </a:xfrm>
          <a:prstGeom prst="roundRect">
            <a:avLst>
              <a:gd name="adj" fmla="val 2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916168"/>
            <a:ext cx="256032" cy="256032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8247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IA Generative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8521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3B3B3"/>
                </a:solidFill>
                <a:latin typeface="Calibri"/>
              </a:defRPr>
            </a:pPr>
            <a:r>
              <a:t>ChatGPT, DALL-E, Midjourney - creation de texte et images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Avantages et Inconvenients de l'IA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Automatisation des taches repetitives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Analyse de donnees ultra-rapide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Disponible 24h/24, jamais fatigue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Diagnostics medicaux plus precis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Reduction des erreurs humaines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+ Innovation scientifique acceleree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828800"/>
            <a:ext cx="5303520" cy="548640"/>
          </a:xfrm>
          <a:prstGeom prst="roundRect">
            <a:avLst>
              <a:gd name="adj" fmla="val 4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INCONVENIENTS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Perte d'emplois (chomage technologique)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54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Vie privee menacee (surveillance)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749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Biais et discrimination algorithmique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Dependance excessive a la technologie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Cout eleve de developpement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32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3B3B3"/>
                </a:solidFill>
                <a:latin typeface="Calibri"/>
              </a:defRPr>
            </a:pPr>
            <a:r>
              <a:t>- Deepfakes et desinformation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CHAPITRE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L'Avenir de l'Intelligence Artificielle</a:t>
            </a:r>
          </a:p>
        </p:txBody>
      </p:sp>
      <p:pic>
        <p:nvPicPr>
          <p:cNvPr id="5" name="Picture 4" descr="ai-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645920"/>
            <a:ext cx="4114800" cy="5143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3B3B3"/>
                </a:solidFill>
                <a:latin typeface="Calibri"/>
              </a:defRPr>
            </a:pPr>
            <a:r>
              <a:t>Tendances pour les prochaines annees 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6858000" cy="73152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1460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IA Generative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Textes, images, videos et musique crees par IA - de plus en plus realistes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6858000" cy="73152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38328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227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Medecine personnalisee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Traitements uniques pour chaque patient grace a l'analyse ADN par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6858000" cy="73152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25196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096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Robots intelligents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3891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Robots qui interagissent naturellement (Boston Dynamics, Tesla Optimus)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6858000" cy="73152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512064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965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IA ethique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2578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Nouvelles lois et reglementations pour encadrer l'utilisation de l'IA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6858000" cy="731520"/>
          </a:xfrm>
          <a:prstGeom prst="roundRect">
            <a:avLst>
              <a:gd name="adj" fmla="val 3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5989320"/>
            <a:ext cx="274320" cy="27432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833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84FC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1264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3B3B3"/>
                </a:solidFill>
                <a:latin typeface="Calibri"/>
              </a:defRPr>
            </a:pPr>
            <a:r>
              <a:t>Professeurs IA personnels, adaptation au niveau de chaque eleve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18CF8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L'IA : Un Outil Puissant a Utiliser avec Responsabilite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3B3B3"/>
                </a:solidFill>
                <a:latin typeface="Calibri"/>
              </a:defRPr>
            </a:pPr>
            <a:r>
              <a:t>L'intelligence artificielle transforme notre monde. Elle offre des possibilites immenses pour la medecine, l'education, l'environnement et bien plus. Mais elle souleve aussi des defis importants : vie privee, emploi, ethique.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3B3B3"/>
                </a:solidFill>
                <a:latin typeface="Calibri"/>
              </a:defRPr>
            </a:pPr>
            <a:r>
              <a:t>En tant qu'etudiants et futurs citoyens, nous devons comprendre l'IA, connaitre ses avantages et ses limites, et contribuer a un developpement ethique et responsable de cette technologie.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754880"/>
            <a:ext cx="7589520" cy="1371600"/>
          </a:xfrm>
          <a:prstGeom prst="roundRect">
            <a:avLst>
              <a:gd name="adj" fmla="val 4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493776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Calibri"/>
              </a:defRPr>
            </a:pPr>
            <a:r>
              <a:t>"L'intelligence artificielle est la nouvelle electricite."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557784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  <a:latin typeface="Calibri"/>
              </a:defRPr>
            </a:pPr>
            <a:r>
              <a:t>- Andrew Ng, professeur a Stanford et expert mondial en 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4D399"/>
                </a:solidFill>
                <a:latin typeface="Calibri"/>
              </a:defRPr>
            </a:pPr>
            <a:r>
              <a:t>Merci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3B3B3"/>
                </a:solidFill>
                <a:latin typeface="Calibri"/>
              </a:defRPr>
            </a:pPr>
            <a:r>
              <a:t>Presentation realisee par Ayoub Assouar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08080"/>
                </a:solidFill>
                <a:latin typeface="Calibri"/>
              </a:defRPr>
            </a:pPr>
            <a:r>
              <a:t>Tronc Commun Scientifique - 2024/2025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08080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